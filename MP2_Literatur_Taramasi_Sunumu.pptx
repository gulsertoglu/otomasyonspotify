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Konu Tanıtımı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Konu: Yeni producer, beatmaker ve arranger'ların Türkiye çapında kendi parçalarını pazarlayabileceği veya tanıtabileceği bir platformun eksikliği.</a:t>
            </a:r>
          </a:p>
          <a:p/>
          <a:p>
            <a:r>
              <a:t>Neden önemli:</a:t>
            </a:r>
          </a:p>
          <a:p>
            <a:r>
              <a:t>- Bağımsız müzik üreticileri için görünürlük sağlamak zor.</a:t>
            </a:r>
          </a:p>
          <a:p>
            <a:r>
              <a:t>- Global platformlar (Spotify, SoundCloud vb.) yerel odaklı değil.</a:t>
            </a:r>
          </a:p>
          <a:p>
            <a:r>
              <a:t>- Yerli bir platform müzik ekosistemine katkı sağlayabilir.</a:t>
            </a:r>
          </a:p>
          <a:p/>
          <a:p>
            <a:r>
              <a:t>Neden seçtik:</a:t>
            </a:r>
          </a:p>
          <a:p>
            <a:r>
              <a:t>- Müzikle ilgileniyoruz ve bu alandaki eksikliği fark ettik.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Temel Kavramlar ve Değişkenler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Producer: Parça prodüksiyon sürecini yöneten kişi.</a:t>
            </a:r>
          </a:p>
          <a:p>
            <a:r>
              <a:t>- Beatmaker: Ritim, melodi ve altyapı oluşturan müzik üreticisi.</a:t>
            </a:r>
          </a:p>
          <a:p>
            <a:r>
              <a:t>- Arranger (Aranjör): Parçayı düzenleyen kişi.</a:t>
            </a:r>
          </a:p>
          <a:p>
            <a:r>
              <a:t>- Müzik pazarlaması: Dijital ortamlarda hedef kitleye ulaşma süreci.</a:t>
            </a:r>
          </a:p>
          <a:p>
            <a:r>
              <a:t>- Dijital platformlar: Müziklerin yayınlandığı çevrimiçi ortamlar.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Literatür Taraması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Morris, 2022 – Nitel analiz, röportaj verileri: Bağımsız müzisyenlerin düşük bütçeyle rekabet edebildiğini göstermiştir.</a:t>
            </a:r>
          </a:p>
          <a:p>
            <a:r>
              <a:t>2. Kim &amp; Lee, 2021 – Karşılaştırmalı analiz, YouTube &amp; Spotify verileri: YouTube yeni üreticiler için daha hızlı görünürlük sağlamıştır.</a:t>
            </a:r>
          </a:p>
          <a:p>
            <a:r>
              <a:t>3. Yıldız, 2023 – Türkiye analizi, anket: Türk producer'ların %78'i yerel tanıtım platformu eksikliğini belirtmiştir.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Araştırma Boşluğu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Türkiye'de bağımsız müzik üreticilerinin yerel pazarlama imkanlarını inceleyen çalışma sayısı azdır.</a:t>
            </a:r>
          </a:p>
          <a:p>
            <a:r>
              <a:t>- Literatür genellikle global platformlara odaklanmıştır.</a:t>
            </a:r>
          </a:p>
          <a:p>
            <a:r>
              <a:t>- Yerel odaklı bir dijital platform ihtiyacı vardır.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Hipotez / Araştırma Sorusu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Araştırma Sorusu: Türkiye'de yeni müzik üreticileri için yerel bir tanıtım platformu sektöre nasıl katkı sağlar?</a:t>
            </a:r>
          </a:p>
          <a:p/>
          <a:p>
            <a:r>
              <a:t>Hipotez: H1 – Yerel bir tanıtım platformu, bağımsız producer ve beatmaker'ların görünürlüğünü küresel platformlara göre artırır.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Kaynakça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A. Morris, "Independent musicians in the digital era," Music Marketing Journal, 2022.</a:t>
            </a:r>
          </a:p>
          <a:p>
            <a:r>
              <a:t>[2] J. Kim and S. Lee, "YouTube vs Spotify: Music discovery for new producers," Digital Media Studies, 2021.</a:t>
            </a:r>
          </a:p>
          <a:p>
            <a:r>
              <a:t>[3] B. Yıldız, "Türkiye'de bağımsız müzik üreticilerinin dijital görünürlüğü," İletişim ve Medya Araştırmaları Dergisi, 2023.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