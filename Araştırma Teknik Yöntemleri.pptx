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c346dccac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c346dccac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c346dccac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c346dccac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c346dccac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c346dccac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c346dccac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c346dccac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c346dccac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c346dccac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Araştırma Yöntem Teknikleri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tr" sz="1940"/>
              <a:t>Muhammed Emir Usul - o360125046</a:t>
            </a:r>
            <a:endParaRPr sz="194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tr" sz="1940"/>
              <a:t>Ümmügülsüm Sertoğlu - o360125012</a:t>
            </a:r>
            <a:endParaRPr sz="194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tr" sz="1940"/>
              <a:t>Yusuf Erdem Uzun - o360125011</a:t>
            </a:r>
            <a:endParaRPr sz="194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tr" sz="1940"/>
              <a:t>Tolga Dede - o360125015</a:t>
            </a:r>
            <a:endParaRPr sz="19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İlgi Alanı ve Konu Tanımı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Müzik ve Test Otomasyonu.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Günümüzdeki Müzik platformlarının makine öğrenimi sonucu kullanıcıya sunduğu özelleştirilmiş algoritmalarının doğrulu ve isabetliliğini ölçmek.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Soru - Doğruluk ve İsabetlilik neye göre başarılı?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Sorunumuz şu ki; biz bu algoritmayı neye göre başarılı sayacağız?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Kullanıcının sevdiği şarkılar mı? O an dinlediği şarkının türü mü? Bulunduğu bölgenin konumu ve saati mi?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Çalışmamızın amacı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tr"/>
              <a:t>Bu çalışma, hangi müzik platformunun daha doğru algoritmaya sahip olduğunu ve daha iyi bir algoritmanın neye bağlandığını ölçmeyi amaçlamaktadır.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Değişkenler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Bağımlı Değişken: Platformların Algoritmalarının Doğruluğu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Bağımsız Değişken: Platformların Algoritmalarının çalışma düzeni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Hipotez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tr"/>
              <a:t>Müzik platformlarının makine öğrenimi algoritmalarının doğruluğu, kullanıcının sevdiği şarkılar ve dinlediği türler ile doğrudan ilişkilidir.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